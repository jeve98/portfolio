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펌블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FB950"/>
                </a:solidFill>
              </a:rPr>
              <a:t>Fumble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TRPG 기반 모바일 RPG  |  개인 기획 프로젝트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2450000"/>
            <a:ext cx="1400000" cy="31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" y="2470000"/>
            <a:ext cx="13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</a:rPr>
              <a:t>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TRPG 기반 모바일 RPG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1인/2인/다인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핵심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다이스 롤 · 세계 변화 · 유산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기획 진행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1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엘리베이터 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1180912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</a:rPr>
              <a:t>"다이스 롤로 모험하고, 선택이 세계를 바꾸고, 캐릭터가 죽어도 유산이 이어지는 TRPG 기반 모바일 RPG. 한 판은 20~30분이지만, 선택의 흔적은 다음 캐릭터까지 남는다."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100000"/>
            <a:ext cx="3836373" cy="36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" y="3100000"/>
            <a:ext cx="3836373" cy="25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440" y="3120000"/>
            <a:ext cx="3836373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세계가 변한다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40" y="3440000"/>
            <a:ext cx="3676373" cy="3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플레이어 선택이 이후 여정에 반영.
선택 직후가 아니라
나중에 조용히 드러남.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7813" y="3100000"/>
            <a:ext cx="3836373" cy="36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7813" y="3100000"/>
            <a:ext cx="3836373" cy="25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7813" y="3120000"/>
            <a:ext cx="3836373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유산이 이어진다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13" y="3440000"/>
            <a:ext cx="3676373" cy="3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캐릭터 사망 후 재시작이 아닌
유산 이벤트로 계승.
죽음이 실패가 아닌 서사.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4186" y="3100000"/>
            <a:ext cx="3836373" cy="36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4186" y="3100000"/>
            <a:ext cx="3836373" cy="25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4186" y="3120000"/>
            <a:ext cx="3836373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펌블과 스페셜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186" y="3440000"/>
            <a:ext cx="3676373" cy="3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주사위 1(대실패)과 최대값(대성공)이
극적인 순간을 만듦.
게임명의 유래.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기획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캐릭터 애착이 핵심이다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게임 몰입을 결정하는 가장 강력한 요소는
캐릭터에 대한 애정이다.
금전 투자보다 캐릭터의 서사와 매력이
플레이어를 붙잡는다.
펌블은 캐릭터 생성부터 사망까지
선택이 쌓여 만들어지는 서사를
시스템의 중심에 놓는다.
죽어도 그 캐릭터의 흔적이 세계에 남고,
다음 캐릭터가 그것을 이어받는다.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100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100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연령층 변화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100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현재 모바일 주류: 실시간 조작 게임
→ 연령대 올라갈수록 접근 어려움
펌블의 선택:
• 턴제 전투 시스템
  → 조작 부담 없이 전략적 판단 집중
• 판당 20~30분
  → 바쁜 플레이어도 회차 완료 가능
• 플래그 기반 장기 기억
  → 짧은 회차가 긴 서사로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타겟 플레이어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타겟 프로필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주 타겟
TRPG / 보드게임 경험 있는 20~30대
서사형 게임 선호자
핵심 니즈
"내 선택이 의미 있는 게임"
"캐릭터가 살아있는 느낌"
"짧게 즐기고 싶다"
기피 유형
빠른 반사신경을 요구하는 액션
과금 중심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1000" y="820000"/>
            <a:ext cx="20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1000" y="87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참조 게임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1000" y="820000"/>
            <a:ext cx="22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1000" y="87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공통점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1000" y="820000"/>
            <a:ext cx="40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1000" y="87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차별점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1000" y="1290000"/>
            <a:ext cx="2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1000" y="134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Hades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1000" y="1290000"/>
            <a:ext cx="2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1000" y="134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죽음 후 서사 지속 / 반복 플레이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1000" y="1290000"/>
            <a:ext cx="4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1000" y="134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액션 중심 vs 턴제·다이스 중심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000" y="1760000"/>
            <a:ext cx="2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1000" y="181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80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1000" y="1760000"/>
            <a:ext cx="2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1000" y="181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선택 기반 여정 / 세계 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1000" y="1760000"/>
            <a:ext cx="4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1000" y="181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텍스트 어드벤처 vs RPG 시스템 결합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1000" y="2230000"/>
            <a:ext cx="2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000" y="228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D&amp;D / TRPG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1000" y="2230000"/>
            <a:ext cx="2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1000" y="228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다이스 롤 / 선택 기반 서사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1000" y="2230000"/>
            <a:ext cx="4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1000" y="228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테이블탑 vs 모바일 디지털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1000" y="2700000"/>
            <a:ext cx="2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1000" y="275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클로버에이스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1000" y="2700000"/>
            <a:ext cx="2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1000" y="275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서사 / 감정 몰입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1000" y="2700000"/>
            <a:ext cx="4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1000" y="275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카드 전투 vs 여정+다이스 중심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게임플레이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44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캐릭터 생성
다이스 롤로 스탯 분배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65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78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440" y="186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여정 선택
지역별 등급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61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74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440" y="282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이벤트 발생 (11종)
전투·미스테리·조우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000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000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다이스 롤로 결과 결정
펌블(1) / 스페셜(최대값)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0000" y="165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0000" y="178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0000" y="186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선택에 따라 플래그 기록
이후 여정에 은밀히 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0000" y="261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0000" y="274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0000" y="282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캐릭터 사망 시
유산 이벤트 → 다음 캐릭터 계승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0000" y="1920000"/>
            <a:ext cx="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0000" y="820000"/>
            <a:ext cx="36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0" y="92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루프 설계 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0000" y="1320000"/>
            <a:ext cx="3400000" cy="5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짧은 한 판(20~30분)이지만
플래그가 누적되어 긴 서사가 완성.
캐릭터 사망이 게임 오버가 아닌
유산 계승 이벤트로 연결.
다이스 롤의 극적인 순간이
기억에 남는 에피소드를 만들어
리플레이 동기를 형성.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차별점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3836373" cy="26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367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세계가 변한다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3676373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플레이어의 선택이 즉시 보이지 않고
이후 여정에서 조용히 반영된다.
예시:
이전에 동생을 구했다면
→ 다음 여정에서 성인이 된 NPC 등장
이전에 구하지 않았다면
→ 해당 NPC 자체가 존재하지 않음
플레이어가 나중에 발견하는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7813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7813" y="820000"/>
            <a:ext cx="3836373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7813" y="840000"/>
            <a:ext cx="367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유산이 이어진다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7813" y="1160000"/>
            <a:ext cx="3676373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캐릭터 사망 시 단순 재시작 아님.
유산 이벤트로 3가지 계승 선택지 제공.
계승 가능한 것:
• 이전 캐릭터의 아이템 일부
• 특정 스탯 보너스
• NPC와의 관계
죽음이 실패가 아닌 서사의 한 챕터.
로그라이크의 반복성 +
서사 RPG의 캐릭터 애착 결합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4186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4186" y="820000"/>
            <a:ext cx="3836373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4186" y="840000"/>
            <a:ext cx="367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펌블과 스페셜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4186" y="1160000"/>
            <a:ext cx="3676373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TRPG의 핵심 극적 순간을
시스템의 중심에 배치.
펌블 (주사위 1)
→ 대실패. 상황을 극적으로 망침.
스페셜 (최대값)
→ 대성공. 모든 것이 맞아떨어짐.
이 극적인 순간들이
다음 플레이를 유도하는
핵심 감정 트리거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다이스 &amp; 기본 스탯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다이스 종류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440" y="132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440" y="152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d4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626" y="132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4626" y="152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d6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7812" y="132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7812" y="152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d8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1440" y="254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440" y="274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d10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4626" y="254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4626" y="274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d12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7812" y="254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7812" y="274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d20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440" y="3420000"/>
            <a:ext cx="567956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펌블: 주사위 1 → 대실패
스페셜: 최대값 → 대성공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000" y="820000"/>
            <a:ext cx="1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1000" y="87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기본 스탯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1000" y="820000"/>
            <a:ext cx="2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000" y="87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주요 효과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21000" y="820000"/>
            <a:ext cx="1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1000" y="87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연관 다이스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1000" y="129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000" y="134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1000" y="1290000"/>
            <a:ext cx="2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000" y="134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체력 / 물리 공격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21000" y="129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61000" y="134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d10, d12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1000" y="176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1000" y="181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민첩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1000" y="1760000"/>
            <a:ext cx="2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1000" y="181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공격 순서 / 회피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21000" y="176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61000" y="181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d8, d10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21000" y="223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1000" y="228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지능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21000" y="2230000"/>
            <a:ext cx="2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1000" y="228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미스테리 판정 / 마법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21000" y="223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61000" y="228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d8, d12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1000" y="270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1000" y="275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행운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1000" y="2700000"/>
            <a:ext cx="2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1000" y="275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행운 판정 / 다이스 재시도 확률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21000" y="270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61000" y="275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21000" y="3020000"/>
            <a:ext cx="6400000" cy="37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1000" y="3140000"/>
            <a:ext cx="6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핵심 자원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1000" y="3540000"/>
            <a:ext cx="6200000" cy="31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체력: 대응 스탯(힘)으로만 상승
마나: 레벨업·아이템으로만 상승
경험치: 여정 종료 시 획득
캐릭터 생성: 다이스 롤 결과를 4개 스탯에 자유 분배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특수 스탯 7종 — 7대 죄악 모티프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6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스탯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440" y="820000"/>
            <a:ext cx="19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1440" y="87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죄악 모티프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1440" y="820000"/>
            <a:ext cx="75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1440" y="87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주요 효과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25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30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분노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440" y="125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1440" y="130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Wrath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1440" y="125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1440" y="130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적대 NPC 처치 시 영구 제거 + 아이템 보상 상향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680000"/>
            <a:ext cx="16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73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탐욕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440" y="1680000"/>
            <a:ext cx="19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1440" y="173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Greed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91440" y="1680000"/>
            <a:ext cx="75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1440" y="173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아이템·재료 획득 다이스 롤에 보정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11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16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오만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440" y="211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1440" y="216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Pride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1440" y="211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1440" y="216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펌블 시 다이스 재시도 / 스페셜 시 펌블 대체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540000"/>
            <a:ext cx="16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59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나태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440" y="2540000"/>
            <a:ext cx="19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1440" y="259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Sloth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91440" y="2540000"/>
            <a:ext cx="75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1440" y="259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스페셜 시 3배 효과, 기본 패널티 증가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297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0" y="302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색욕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440" y="297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1440" y="302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Lust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91440" y="297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1440" y="302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우호적 NPC와의 거래 어드밴티지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" y="3400000"/>
            <a:ext cx="16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440" y="345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질투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440" y="3400000"/>
            <a:ext cx="19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1440" y="345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Envy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91440" y="3400000"/>
            <a:ext cx="75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1440" y="345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모든 다이스 롤에 d20 추가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" y="383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440" y="388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식욕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91440" y="383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31440" y="388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Gluttony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91440" y="383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31440" y="388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모든 비소모품 섭취 가능 + 스탯 소폭 상승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120000"/>
            <a:ext cx="12009120" cy="2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440" y="42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설계 의도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1440" y="4620000"/>
            <a:ext cx="118091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7대 죄악 모티프는 각 스탯의 성격을 직관적으로 전달하는 동시에 세계관 일체감을 높인다. 오만은 리스크를 회피하고, 나태는 리스크와 보상이 공존한다. 같은 다이스 결과라도 특수 스탯 조합에 따라 완전히 다른 결과가 나와 빌드 다양성을 만든다.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여정 이벤트 11종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700000" cy="4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이벤트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440" y="820000"/>
            <a:ext cx="4000000" cy="4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1440" y="8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핵심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440" y="820000"/>
            <a:ext cx="5200000" cy="4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1440" y="8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특이사항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2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2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91440" y="12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1440" y="12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몬스터 처치 + 드랍 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1440" y="12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1440" y="12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펌블 시 전투 불리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6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6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미스테리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1440" y="16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31440" y="16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서브 여정 발생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1440" y="16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1440" y="16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절세 이상 실패 시 사망 위험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0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0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명소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1440" y="20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31440" y="20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풍경 일러스트 획득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91440" y="20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1440" y="20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다음 이벤트 소폭 보너스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4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4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수집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91440" y="24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1440" y="24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지역 재료 획득 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1440" y="24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1440" y="24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지역별 다른 재료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28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0" y="28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조우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91440" y="28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31440" y="28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NPC 만남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91440" y="28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1440" y="28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이전 플레이 선택에 따라 분기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" y="32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440" y="32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사고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91440" y="32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31440" y="32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천재지변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91440" y="32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1440" y="32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영구 손상 또는 보너스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" y="36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440" y="36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야영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91440" y="36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31440" y="36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취침 / 강행군 선택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91440" y="36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1440" y="36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취침 시 추가 이벤트 확률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0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440" y="40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회상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91440" y="40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31440" y="40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야영 취침 시 발생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91440" y="40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1440" y="40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스탯 랜덤 상승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" y="44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1440" y="44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흔적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91440" y="44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31440" y="44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숨겨진 여정·아이템 발견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91440" y="44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1440" y="44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조건 충족 시에만 등장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48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1440" y="48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신기루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91440" y="48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31440" y="48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희귀 아이템 또는 영구 손상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91440" y="48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31440" y="48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고위험 고수익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52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1440" y="52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유산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791440" y="52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31440" y="52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 캐릭터 사망 여정 재현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91440" y="52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31440" y="52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3가지 계승 선택지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멀티플레이 콘텐츠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3836373" cy="55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50000"/>
            <a:ext cx="3836373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현실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50000"/>
            <a:ext cx="3836373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1인 컨텐츠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470000"/>
            <a:ext cx="3676373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여정 / 빠른 여정
캐릭터 생성 및 여정을 통한 성장.
사망 시 재플레이 불가.
빠른 여정:
경험한 여정을 즉시 완료
(미스테리·명소·조우 미발생)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7813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7813" y="820000"/>
            <a:ext cx="3836373" cy="55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7813" y="850000"/>
            <a:ext cx="3836373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813" y="1150000"/>
            <a:ext cx="3836373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2인 컨텐츠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813" y="1470000"/>
            <a:ext cx="3676373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대전 / 거래 / 명성
대전: 실시간 캐릭터 대결
  - 친선 (패널티 없음)
  - 적대 (패배 시 영구 손상)
  - 내기 (아이템 걸고 진행)
거래: 다이스 롤로 품질 결정
명성: 대전 포인트 기반 랭킹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4186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4186" y="820000"/>
            <a:ext cx="3836373" cy="55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4186" y="850000"/>
            <a:ext cx="3836373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4186" y="1150000"/>
            <a:ext cx="3836373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다인 컨텐츠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186" y="1470000"/>
            <a:ext cx="3676373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거점 기반 이동 및 상호작용
명소에서 거점 설치 →
다른 플레이어가 해당 거점을
스폰 포인트로 활용 가능.
간접적인 멀티플레이로
과도한 소셜 의존 없이
연결감 제공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경쟁작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2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게임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1440" y="820000"/>
            <a:ext cx="32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440" y="87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공통점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1440" y="820000"/>
            <a:ext cx="56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1440" y="87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차별점 (펌블과 비교)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30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35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Hades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1440" y="1300000"/>
            <a:ext cx="3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440" y="135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죽음 후 서사 지속 / 반복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1440" y="1300000"/>
            <a:ext cx="56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1440" y="135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액션 중심 vs 턴제·다이스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78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83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1440" y="1780000"/>
            <a:ext cx="3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440" y="183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선택 기반 여정 / 세계 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91440" y="1780000"/>
            <a:ext cx="56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1440" y="183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텍스트 어드벤처 vs RPG 시스템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26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31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D&amp;D / TRPG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1440" y="2260000"/>
            <a:ext cx="3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440" y="231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다이스 롤 / 선택 서사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91440" y="2260000"/>
            <a:ext cx="56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1440" y="231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테이블탑 vs 모바일 디지털화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74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79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클로버에이스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1440" y="2740000"/>
            <a:ext cx="3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440" y="279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서사 / 감정 몰입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91440" y="2740000"/>
            <a:ext cx="56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1440" y="279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카드 전투 vs 여정·다이스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3120000"/>
            <a:ext cx="12009120" cy="3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1440" y="324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펌블의 핵심 차별점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1440" y="3640000"/>
            <a:ext cx="11809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"캐릭터가 죽어도 세계가 기억한다" — 로그라이크의 반복성과 서사 RPG의 캐릭터 애착을 결합하는 지점이 기존 경쟁작에 없는 포인트다.
Hades는 죽음 후 대화와 스토리 진행으로 서사를 이어가지만 캐릭터 자체는 동일하다. 펌블은 캐릭터가 바뀌어도 그 캐릭터가 만든 세계의 변화가 남는다는 점에서 다르다.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미결 사항 &amp;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860000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콘텐츠 지역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440" y="860000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남서 지역 완료, 전체 지역 설계 진행 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854666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1854666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440" y="1894666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밸런스 수치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440" y="1894666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다이스 보정값 및 이벤트 확률 미확정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889332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2889332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2929332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UI/UX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440" y="2929332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여정 화면 목업 일부 완료, 나머지 미설계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923998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3923998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440" y="3963998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기술 스택 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440" y="3963998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미확정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4958664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4958664"/>
            <a:ext cx="18288" cy="78466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4998664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프로토타입 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440" y="4998664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미진행 — 핵심 시스템 검증을 위해 우선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599333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" y="5993330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440" y="6033330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멀티플레이 구조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440" y="6033330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환영·여행 콘텐츠 상세 설계 미진행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