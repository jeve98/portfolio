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" cy="68580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" y="0"/>
            <a:ext cx="7400000" cy="3300000"/>
          </a:xfrm>
          <a:prstGeom prst="rect">
            <a:avLst/>
          </a:prstGeom>
          <a:solidFill>
            <a:srgbClr val="212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0000" y="420000"/>
            <a:ext cx="7100000" cy="9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 i="0">
                <a:solidFill>
                  <a:srgbClr val="E6EDF3"/>
                </a:solidFill>
              </a:rPr>
              <a:t>프라가라흐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0000" y="1360000"/>
            <a:ext cx="7100000" cy="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58A6FF"/>
                </a:solidFill>
              </a:rPr>
              <a:t>Fragarach</a:t>
            </a:r>
          </a:p>
        </p:txBody>
      </p:sp>
      <p:sp>
        <p:nvSpPr>
          <p:cNvPr id="7" name="Rectangle 6"/>
          <p:cNvSpPr/>
          <p:nvPr/>
        </p:nvSpPr>
        <p:spPr>
          <a:xfrm>
            <a:off x="220000" y="1870000"/>
            <a:ext cx="2000000" cy="80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0000" y="1970000"/>
            <a:ext cx="71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8B949E"/>
                </a:solidFill>
              </a:rPr>
              <a:t>웹 기반 액션 RPG  |  Phaser · Django · Vue.js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0" y="150000"/>
            <a:ext cx="4450000" cy="6550000"/>
          </a:xfrm>
          <a:prstGeom prst="rect">
            <a:avLst/>
          </a:prstGeom>
          <a:solidFill>
            <a:srgbClr val="1C2128"/>
          </a:solidFill>
          <a:ln w="12700">
            <a:solidFill>
              <a:srgbClr val="8B94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00000" y="3125000"/>
            <a:ext cx="4450000" cy="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8B949E"/>
                </a:solidFill>
              </a:rPr>
              <a:t>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00000" y="3515000"/>
            <a:ext cx="445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8B949E"/>
                </a:solidFill>
              </a:rPr>
              <a:t>[ 게임 스크린샷 ]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20000" y="3550000"/>
            <a:ext cx="1720000" cy="7300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0000" y="3620000"/>
            <a:ext cx="172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58A6FF"/>
                </a:solidFill>
              </a:rPr>
              <a:t>기간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0000" y="3910000"/>
            <a:ext cx="172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6EDF3"/>
                </a:solidFill>
              </a:rPr>
              <a:t>2025.09 ~ 12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040000" y="3550000"/>
            <a:ext cx="1720000" cy="7300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110000" y="3620000"/>
            <a:ext cx="172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58A6FF"/>
                </a:solidFill>
              </a:rPr>
              <a:t>팀 구성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10000" y="3910000"/>
            <a:ext cx="172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6EDF3"/>
                </a:solidFill>
              </a:rPr>
              <a:t>2인 팀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860000" y="3550000"/>
            <a:ext cx="1720000" cy="7300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930000" y="3620000"/>
            <a:ext cx="172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58A6FF"/>
                </a:solidFill>
              </a:rPr>
              <a:t>기술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30000" y="3910000"/>
            <a:ext cx="172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6EDF3"/>
                </a:solidFill>
              </a:rPr>
              <a:t>Phaser · Django · Vue.js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80000" y="3550000"/>
            <a:ext cx="1720000" cy="7300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50000" y="3620000"/>
            <a:ext cx="172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58A6FF"/>
                </a:solidFill>
              </a:rPr>
              <a:t>배포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50000" y="3910000"/>
            <a:ext cx="172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6EDF3"/>
                </a:solidFill>
              </a:rPr>
              <a:t>SSAFY 원내 배포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0000" y="6498000"/>
            <a:ext cx="70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B949E"/>
                </a:solidFill>
              </a:rPr>
              <a:t>전연욱  |  jeve98.github.io/Portfolio  |  jadam41817@gmail.com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212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5800"/>
            <a:ext cx="12192000" cy="9144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36576" cy="68580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" y="130000"/>
            <a:ext cx="10500000" cy="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E6EDF3"/>
                </a:solidFill>
              </a:rPr>
              <a:t>게임 개요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" y="820000"/>
            <a:ext cx="5700000" cy="59580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1440" y="920000"/>
            <a:ext cx="55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58A6FF"/>
                </a:solidFill>
              </a:rPr>
              <a:t>기획 의도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1440" y="1300000"/>
            <a:ext cx="5500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6EDF3"/>
                </a:solidFill>
              </a:rPr>
              <a:t>2인 팀으로 약 3개월간 개발한 웹 기반 액션 RPG.
Phaser를 게임 클라이언트로, Django를 REST API 서버로,
Vue.js를 프론트엔드로 사용하는 풀스택 구성.
팀원이 AI 코딩 도구로 생성한 코드의 구조화와
핵심 시스템 설계를 주도했다.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80000" y="820000"/>
            <a:ext cx="6100000" cy="25000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80000" y="920000"/>
            <a:ext cx="59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58A6FF"/>
                </a:solidFill>
              </a:rPr>
              <a:t>프로젝트 정보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80000" y="1330000"/>
            <a:ext cx="12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B949E"/>
                </a:solidFill>
              </a:rPr>
              <a:t>장르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80000" y="1330000"/>
            <a:ext cx="45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6EDF3"/>
                </a:solidFill>
              </a:rPr>
              <a:t>웹 기반 액션 RPG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80000" y="1700000"/>
            <a:ext cx="12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B949E"/>
                </a:solidFill>
              </a:rPr>
              <a:t>기간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80000" y="1700000"/>
            <a:ext cx="45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6EDF3"/>
                </a:solidFill>
              </a:rPr>
              <a:t>2025.09.30 ~ 12.25  (약 3개월)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80000" y="2070000"/>
            <a:ext cx="12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B949E"/>
                </a:solidFill>
              </a:rPr>
              <a:t>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80000" y="2070000"/>
            <a:ext cx="45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6EDF3"/>
                </a:solidFill>
              </a:rPr>
              <a:t>2인 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80000" y="2440000"/>
            <a:ext cx="12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B949E"/>
                </a:solidFill>
              </a:rPr>
              <a:t>기술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80000" y="2440000"/>
            <a:ext cx="45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6EDF3"/>
                </a:solidFill>
              </a:rPr>
              <a:t>Phaser(JS) · Django(Python) · Vue.js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80000" y="2810000"/>
            <a:ext cx="12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B949E"/>
                </a:solidFill>
              </a:rPr>
              <a:t>배포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80000" y="2810000"/>
            <a:ext cx="45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6EDF3"/>
                </a:solidFill>
              </a:rPr>
              <a:t>SSAFY 원내 배포 완료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80000" y="3500000"/>
            <a:ext cx="6100000" cy="3278000"/>
          </a:xfrm>
          <a:prstGeom prst="rect">
            <a:avLst/>
          </a:prstGeom>
          <a:solidFill>
            <a:srgbClr val="1C2128"/>
          </a:solidFill>
          <a:ln w="12700">
            <a:solidFill>
              <a:srgbClr val="8B94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80000" y="4839000"/>
            <a:ext cx="6100000" cy="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8B949E"/>
                </a:solidFill>
              </a:rPr>
              <a:t>+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80000" y="5229000"/>
            <a:ext cx="61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8B949E"/>
                </a:solidFill>
              </a:rPr>
              <a:t>[ 플레이 영상 캡처 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212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5800"/>
            <a:ext cx="12192000" cy="9144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36576" cy="68580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" y="130000"/>
            <a:ext cx="10500000" cy="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E6EDF3"/>
                </a:solidFill>
              </a:rPr>
              <a:t>담당 역할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" y="820000"/>
            <a:ext cx="5879560" cy="7300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40" y="820000"/>
            <a:ext cx="18288" cy="7300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51440" y="900000"/>
            <a:ext cx="587956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8A6FF"/>
                </a:solidFill>
              </a:rPr>
              <a:t>보스 패턴 시스템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1440" y="1210000"/>
            <a:ext cx="587956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6EDF3"/>
                </a:solidFill>
              </a:rPr>
              <a:t>Min-Heap 기반 패턴 관리 설계 및 구현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21000" y="820000"/>
            <a:ext cx="5879560" cy="7300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21000" y="820000"/>
            <a:ext cx="18288" cy="7300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81000" y="900000"/>
            <a:ext cx="587956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8A6FF"/>
                </a:solidFill>
              </a:rPr>
              <a:t>스폰 시스템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81000" y="1210000"/>
            <a:ext cx="587956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6EDF3"/>
                </a:solidFill>
              </a:rPr>
              <a:t>안전 구역 기반 스폰 — 프레임별 충돌 연산 제거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" y="1630000"/>
            <a:ext cx="5879560" cy="7300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1440" y="1630000"/>
            <a:ext cx="18288" cy="7300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51440" y="1710000"/>
            <a:ext cx="587956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8A6FF"/>
                </a:solidFill>
              </a:rPr>
              <a:t>컷씬 시스템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1440" y="2020000"/>
            <a:ext cx="587956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6EDF3"/>
                </a:solidFill>
              </a:rPr>
              <a:t>비트 연산으로 시청 기록 압축 저장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21000" y="1630000"/>
            <a:ext cx="5879560" cy="7300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21000" y="1630000"/>
            <a:ext cx="18288" cy="7300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81000" y="1710000"/>
            <a:ext cx="587956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8A6FF"/>
                </a:solidFill>
              </a:rPr>
              <a:t>Scene 최적화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81000" y="2020000"/>
            <a:ext cx="587956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6EDF3"/>
                </a:solidFill>
              </a:rPr>
              <a:t>지연 로딩 전환 — 유령 오브젝트 및 중복 import 제거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1440" y="2440000"/>
            <a:ext cx="5879560" cy="7300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1440" y="2440000"/>
            <a:ext cx="18288" cy="7300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51440" y="2520000"/>
            <a:ext cx="587956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8A6FF"/>
                </a:solidFill>
              </a:rPr>
              <a:t>Django REST API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1440" y="2830000"/>
            <a:ext cx="587956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6EDF3"/>
                </a:solidFill>
              </a:rPr>
              <a:t>SQLite3 기반 서버 구축 — 조회 중심 구조 설계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21000" y="2440000"/>
            <a:ext cx="5879560" cy="7300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21000" y="2440000"/>
            <a:ext cx="18288" cy="7300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81000" y="2520000"/>
            <a:ext cx="587956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8A6FF"/>
                </a:solidFill>
              </a:rPr>
              <a:t>코드 구조화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81000" y="2830000"/>
            <a:ext cx="587956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6EDF3"/>
                </a:solidFill>
              </a:rPr>
              <a:t>팀원 AI 생성 코드 분석 및 리팩토링 주도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212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5800"/>
            <a:ext cx="12192000" cy="9144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36576" cy="68580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" y="130000"/>
            <a:ext cx="10500000" cy="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E6EDF3"/>
                </a:solidFill>
              </a:rPr>
              <a:t>보스 패턴 시스템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000" y="480000"/>
            <a:ext cx="105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B949E"/>
                </a:solidFill>
              </a:rPr>
              <a:t>기존 방식의 문제점과 Min-Heap 채택 이유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" y="820000"/>
            <a:ext cx="3836373" cy="59580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1440" y="820000"/>
            <a:ext cx="3836373" cy="270000"/>
          </a:xfrm>
          <a:prstGeom prst="rect">
            <a:avLst/>
          </a:prstGeom>
          <a:solidFill>
            <a:srgbClr val="F851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71440" y="845000"/>
            <a:ext cx="3836373" cy="2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6EDF3"/>
                </a:solidFill>
              </a:rPr>
              <a:t>랜덤 함수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1440" y="1180000"/>
            <a:ext cx="3676373" cy="553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6EDF3"/>
                </a:solidFill>
              </a:rPr>
              <a:t>구현: random.choice(patterns)
문제: 편차가 크다
→ 같은 패턴이 연속 3회 나오거나
   강한 패턴이 나오지 않을 수도 있음
난이도 일관성 확보 불가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77813" y="820000"/>
            <a:ext cx="3836373" cy="59580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177813" y="820000"/>
            <a:ext cx="3836373" cy="270000"/>
          </a:xfrm>
          <a:prstGeom prst="rect">
            <a:avLst/>
          </a:prstGeom>
          <a:solidFill>
            <a:srgbClr val="D2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57813" y="845000"/>
            <a:ext cx="3836373" cy="2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6EDF3"/>
                </a:solidFill>
              </a:rPr>
              <a:t>쿨타임 기반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57813" y="1180000"/>
            <a:ext cx="3676373" cy="553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6EDF3"/>
                </a:solidFill>
              </a:rPr>
              <a:t>구현: 각 패턴에 쿨타임 설정
문제: 강한 패턴이 집중된다
→ 쿨타임이 동시에 풀리면
   고강도 패턴이 몰려서 등장
플레이어 피로도 급상승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64186" y="820000"/>
            <a:ext cx="3836373" cy="59580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64186" y="820000"/>
            <a:ext cx="3836373" cy="270000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44186" y="845000"/>
            <a:ext cx="3836373" cy="2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6EDF3"/>
                </a:solidFill>
              </a:rPr>
              <a:t>Min-Heap 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44186" y="1180000"/>
            <a:ext cx="3676373" cy="553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6EDF3"/>
                </a:solidFill>
              </a:rPr>
              <a:t>구현: heapq로 우선순위 관리
해결: 패턴이 균형있게 섞임
→ 실행 후 우선순위 갱신하여 재삽입
→ 자동으로 다양한 패턴 보장
확장: Dictionary 구조로 리팩토링
→ 새 패턴 추가 시 등록만으로 완료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212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5800"/>
            <a:ext cx="12192000" cy="9144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36576" cy="68580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" y="130000"/>
            <a:ext cx="10500000" cy="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E6EDF3"/>
                </a:solidFill>
              </a:rPr>
              <a:t>보스 패턴 시스템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000" y="480000"/>
            <a:ext cx="105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B949E"/>
                </a:solidFill>
              </a:rPr>
              <a:t>Min-Heap 구현 코드 및 Dictionary 리팩토링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" y="820000"/>
            <a:ext cx="6800000" cy="595800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1440" y="820000"/>
            <a:ext cx="800000" cy="2200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440" y="830000"/>
            <a:ext cx="8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6EDF3"/>
                </a:solidFill>
                <a:latin typeface="Courier New"/>
              </a:rPr>
              <a:t>Python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1440" y="1100000"/>
            <a:ext cx="6640000" cy="561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9C0FF"/>
                </a:solidFill>
                <a:latin typeface="Courier New"/>
              </a:rPr>
              <a:t>import heapq
class BossPatternManager:
    def __init__(self):
        self._heap = []     # (priority, pattern_id)
        self._handlers = {} # pattern_id: callable
    def register(self, pid, handler, priority):
        heapq.heappush(self._heap, (priority, pid))
        self._handlers[pid] = handler
    def execute_next(self):
        if not self._heap:
            return
        priority, pid = heapq.heappop(self._heap)
        self._handlers[pid]()
        # 실행 후 우선순위 갱신 → 재삽입
        heapq.heappush(self._heap,
                       (priority + WEIGHT[pid], pid))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00000" y="820000"/>
            <a:ext cx="5000000" cy="59580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00000" y="920000"/>
            <a:ext cx="48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58A6FF"/>
                </a:solidFill>
              </a:rPr>
              <a:t>Dictionary 리팩토링 효과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00000" y="1320000"/>
            <a:ext cx="4800000" cy="54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6EDF3"/>
                </a:solidFill>
              </a:rPr>
              <a:t>기존: switch-case 방식
→ 새 패턴 추가 시 분기문 수정 필요
→ 패턴 수 증가할수록 복잡도 증가
개선: Dictionary 기반 구조
→ handlers['pattern_id'] = func
→ 새 패턴은 register()만 호출
→ 기존 코드 수정 없이 확장 가능
결과
• 패턴 추가 비용: O(n) → O(1)
• 균형있는 패턴 순환 보장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212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5800"/>
            <a:ext cx="12192000" cy="9144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36576" cy="68580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" y="130000"/>
            <a:ext cx="10500000" cy="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E6EDF3"/>
                </a:solidFill>
              </a:rPr>
              <a:t>안전 구역 기반 스폰 시스템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000" y="480000"/>
            <a:ext cx="105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B949E"/>
                </a:solidFill>
              </a:rPr>
              <a:t>프레임별 충돌 연산 제거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" y="820000"/>
            <a:ext cx="5500000" cy="2700000"/>
          </a:xfrm>
          <a:prstGeom prst="rect">
            <a:avLst/>
          </a:prstGeom>
          <a:solidFill>
            <a:srgbClr val="21262D"/>
          </a:solidFill>
          <a:ln w="25400">
            <a:solidFill>
              <a:srgbClr val="F851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1440" y="820000"/>
            <a:ext cx="5500000" cy="260000"/>
          </a:xfrm>
          <a:prstGeom prst="rect">
            <a:avLst/>
          </a:prstGeom>
          <a:solidFill>
            <a:srgbClr val="F851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71440" y="840000"/>
            <a:ext cx="5500000" cy="2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E6EDF3"/>
                </a:solidFill>
              </a:rPr>
              <a:t>기존 방식 — 문제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1440" y="1170000"/>
            <a:ext cx="5340000" cy="2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6EDF3"/>
                </a:solidFill>
              </a:rPr>
              <a:t>지형지물과 몬스터의 겹침 현상 발생
해결 시도: 매 프레임 충돌 감지 후 위치 보정
→ 스폰되는 모든 몬스터에 대해 충돌 연산 반복
→ 몬스터 수 증가 시 성능 비용이 선형으로 증가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" y="3670000"/>
            <a:ext cx="5500000" cy="3000000"/>
          </a:xfrm>
          <a:prstGeom prst="rect">
            <a:avLst/>
          </a:prstGeom>
          <a:solidFill>
            <a:srgbClr val="21262D"/>
          </a:solidFill>
          <a:ln w="2540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1440" y="3670000"/>
            <a:ext cx="5500000" cy="260000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71440" y="3690000"/>
            <a:ext cx="5500000" cy="2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E6EDF3"/>
                </a:solidFill>
              </a:rPr>
              <a:t>개선 방식 — 안전 구역 리스트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1440" y="4040000"/>
            <a:ext cx="5340000" cy="2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6EDF3"/>
                </a:solidFill>
              </a:rPr>
              <a:t>미리 설정해둔 안전 좌표 리스트에서 스폰 위치 선택
• 프레임별 충돌 연산 완전 제거
• 다중 안전 좌표 + 반발 로직으로 중복 배치 최소화
• 몬스터 수 증가해도 성능 비용 일정 유지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750000" y="820000"/>
            <a:ext cx="6300000" cy="5958000"/>
          </a:xfrm>
          <a:prstGeom prst="rect">
            <a:avLst/>
          </a:prstGeom>
          <a:solidFill>
            <a:srgbClr val="1C2128"/>
          </a:solidFill>
          <a:ln w="12700">
            <a:solidFill>
              <a:srgbClr val="8B94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750000" y="3499000"/>
            <a:ext cx="6300000" cy="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8B949E"/>
                </a:solidFill>
              </a:rPr>
              <a:t>+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50000" y="3889000"/>
            <a:ext cx="63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8B949E"/>
                </a:solidFill>
              </a:rPr>
              <a:t>[ 스폰 안전 구역 다이어그램 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212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5800"/>
            <a:ext cx="12192000" cy="9144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36576" cy="68580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" y="130000"/>
            <a:ext cx="10500000" cy="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E6EDF3"/>
                </a:solidFill>
              </a:rPr>
              <a:t>컷씬 중복 재생 방지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000" y="480000"/>
            <a:ext cx="105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B949E"/>
                </a:solidFill>
              </a:rPr>
              <a:t>비트 연산으로 시청 기록 압축 저장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" y="820000"/>
            <a:ext cx="5100000" cy="59580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91440" y="920000"/>
            <a:ext cx="5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58A6FF"/>
                </a:solidFill>
              </a:rPr>
              <a:t>설계 배경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1440" y="1300000"/>
            <a:ext cx="4900000" cy="543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6EDF3"/>
                </a:solidFill>
              </a:rPr>
              <a:t>컷씬 수만큼 DB 컬럼을 늘리는 방식은
컷씬 추가 시마다 스키마 변경이 필요.
비트 플래그를 사용하면:
• 정수 1개로 N개 컷씬 시청 여부 저장
• DB 컬럼 1개로 고정
• 조회 연산 O(1)
• 컷씬 추가 시 스키마 변경 불필요
1인용 게임 특성상 동시 쓰기 없음
→ SQLite3 write-lock 제약 영향 없음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80000" y="820000"/>
            <a:ext cx="6700000" cy="595800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380000" y="820000"/>
            <a:ext cx="800000" cy="2200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00000" y="830000"/>
            <a:ext cx="8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6EDF3"/>
                </a:solidFill>
                <a:latin typeface="Courier New"/>
              </a:rPr>
              <a:t>Python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60000" y="1100000"/>
            <a:ext cx="6540000" cy="561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9C0FF"/>
                </a:solidFill>
                <a:latin typeface="Courier New"/>
              </a:rPr>
              <a:t># 비트 플래그 기반 시청 기록
def has_watched(flags: int,
                cid: int) -&gt; bool:
    return bool(flags &amp; (1 &lt;&lt; cid))
def mark_watched(flags: int,
                 cid: int) -&gt; int:
    return flags | (1 &lt;&lt; cid)
# 예시: 컷씬 0, 2번 시청 완료
# flags = 0b0101 = 5
# has_watched(5, 0) → True
# has_watched(5, 1) → False
# mark_watched(5, 3) → 0b1101
# Django 뷰에서 사용
class CutsceneView(APIView):
    def post(self, request, uid):
        cid = request.data['cutscene_id']
        user = User.objects.get(id=uid)
        user.cutscene_flags = mark_watched(
            user.cutscene_flags, cid)
        user.save()
        return Response({'status': 'ok'})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212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5800"/>
            <a:ext cx="12192000" cy="9144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36576" cy="68580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" y="130000"/>
            <a:ext cx="10500000" cy="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E6EDF3"/>
                </a:solidFill>
              </a:rPr>
              <a:t>Phaser Scene 최적화  &amp;  Django REST API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" y="820000"/>
            <a:ext cx="12009120" cy="28790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1440" y="900000"/>
            <a:ext cx="1200912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58A6FF"/>
                </a:solidFill>
              </a:rPr>
              <a:t>Phaser Scene 로딩 최적화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1440" y="1270000"/>
            <a:ext cx="11809120" cy="237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6EDF3"/>
                </a:solidFill>
              </a:rPr>
              <a:t>문제: 전체 Scene을 한 번에 로드 → 유령 오브젝트 / import 중복 발생 / 초기 로딩 지연
해결: Scene 단위 지연 로딩(Lazy Load) 전환 → 현재 Scene에 필요한 에셋만 로드
결과: 초기 로딩 시간 단축 / 메모리 점유 감소 / 유령 오브젝트 제거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" y="3899000"/>
            <a:ext cx="12009120" cy="28790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91440" y="3989000"/>
            <a:ext cx="1200912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58A6FF"/>
                </a:solidFill>
              </a:rPr>
              <a:t>Django REST API 설계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1440" y="4379000"/>
            <a:ext cx="11809120" cy="237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6EDF3"/>
                </a:solidFill>
              </a:rPr>
              <a:t>SQLite3 기반 서버 구축.  SQLite3는 write-lock 제약으로 동시 쓰기에 취약하나,
이 게임은 1인용이고 조회 중심 구조이므로 실제 운영 환경에서 충분히 대응 가능하다고 판단.
→ 컷씬 / 진행도 / 사용자 정보 조회가 대부분이며 쓰기 빈도는 매우 낮음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212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5800"/>
            <a:ext cx="12192000" cy="9144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36576" cy="68580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" y="130000"/>
            <a:ext cx="10500000" cy="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E6EDF3"/>
                </a:solidFill>
              </a:rPr>
              <a:t>AI 생성 코드 구조화 경험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000" y="480000"/>
            <a:ext cx="105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B949E"/>
                </a:solidFill>
              </a:rPr>
              <a:t>팀원 코드 분석 및 리팩토링 주도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" y="820000"/>
            <a:ext cx="5879560" cy="59580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71440" y="920000"/>
            <a:ext cx="571956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8A6FF"/>
                </a:solidFill>
              </a:rPr>
              <a:t>사례 1 — 스킬 시스템 재구조화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1440" y="1300000"/>
            <a:ext cx="5719560" cy="542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6EDF3"/>
                </a:solidFill>
              </a:rPr>
              <a:t>상황
팀원이 AI로 생성한 스킬 시스템 코드.
기능은 동작하지만 구조가 없어 수정·확장 불가.
접근
1. 코드 전체 흐름도를 직접 작성
2. 이상적인 클래스 구조 문서화
3. 리팩토링 방향 제시 및 구현 지원
결과
• 스킬 추가 시 기존 코드 수정 불필요
• 팀원이 이후 스킬을 독립적으로 추가 가능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21000" y="820000"/>
            <a:ext cx="5879560" cy="59580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1000" y="920000"/>
            <a:ext cx="571956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8A6FF"/>
                </a:solidFill>
              </a:rPr>
              <a:t>사례 2 — 데이터 동기화 버그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1000" y="1300000"/>
            <a:ext cx="5719560" cy="542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6EDF3"/>
                </a:solidFill>
              </a:rPr>
              <a:t>상황
특정 조건에서 API 데이터가 UI에
반영되지 않는 버그 발생.
팀원이 원인을 찾지 못한 상태.
접근
데이터 흐름을 역방향으로 추적.
API 응답 → 상태 저장 → UI 렌더링
각 단계를 역추적하여 동기화 누락
지점을 발견.
결과
• 비동기 처리 순서 오류 수정
• 동일 패턴의 잠재 버그 2개 추가 발견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212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5800"/>
            <a:ext cx="12192000" cy="9144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36576" cy="68580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" y="130000"/>
            <a:ext cx="10500000" cy="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E6EDF3"/>
                </a:solidFill>
              </a:rPr>
              <a:t>성과 요약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" y="820000"/>
            <a:ext cx="3836373" cy="2400000"/>
          </a:xfrm>
          <a:prstGeom prst="rect">
            <a:avLst/>
          </a:prstGeom>
          <a:solidFill>
            <a:srgbClr val="21262D"/>
          </a:solidFill>
          <a:ln w="2540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" y="1100000"/>
            <a:ext cx="3836373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8B949E"/>
                </a:solidFill>
              </a:rPr>
              <a:t>보스 패턴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" y="1520000"/>
            <a:ext cx="3836373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3FB950"/>
                </a:solidFill>
              </a:rPr>
              <a:t>균형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" y="2500000"/>
            <a:ext cx="3836373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3FB950"/>
                </a:solidFill>
              </a:rPr>
              <a:t>보장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77813" y="820000"/>
            <a:ext cx="3836373" cy="2400000"/>
          </a:xfrm>
          <a:prstGeom prst="rect">
            <a:avLst/>
          </a:prstGeom>
          <a:solidFill>
            <a:srgbClr val="21262D"/>
          </a:solidFill>
          <a:ln w="254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77813" y="1100000"/>
            <a:ext cx="3836373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8B949E"/>
                </a:solidFill>
              </a:rPr>
              <a:t>스폰 연산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77813" y="1520000"/>
            <a:ext cx="3836373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58A6FF"/>
                </a:solidFill>
              </a:rPr>
              <a:t>O(n)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77813" y="2500000"/>
            <a:ext cx="3836373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58A6FF"/>
                </a:solidFill>
              </a:rPr>
              <a:t>→ O(1)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64186" y="820000"/>
            <a:ext cx="3836373" cy="2400000"/>
          </a:xfrm>
          <a:prstGeom prst="rect">
            <a:avLst/>
          </a:prstGeom>
          <a:solidFill>
            <a:srgbClr val="21262D"/>
          </a:solidFill>
          <a:ln w="25400">
            <a:solidFill>
              <a:srgbClr val="D299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64186" y="1100000"/>
            <a:ext cx="3836373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8B949E"/>
                </a:solidFill>
              </a:rPr>
              <a:t>컷씬 컬럼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4186" y="1520000"/>
            <a:ext cx="3836373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D29922"/>
                </a:solidFill>
              </a:rPr>
              <a:t>N개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64186" y="2500000"/>
            <a:ext cx="3836373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D29922"/>
                </a:solidFill>
              </a:rPr>
              <a:t>→ 1개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440" y="3420000"/>
            <a:ext cx="12009120" cy="30000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91440" y="3530000"/>
            <a:ext cx="1200912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58A6FF"/>
                </a:solidFill>
              </a:rPr>
              <a:t>핵심 경험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1440" y="3980000"/>
            <a:ext cx="1180912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6EDF3"/>
                </a:solidFill>
              </a:rPr>
              <a:t>• Min-Heap과 Dictionary를 결합하여 확장 가능한 보스 패턴 시스템을 설계했다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1440" y="4660000"/>
            <a:ext cx="1180912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6EDF3"/>
                </a:solidFill>
              </a:rPr>
              <a:t>• 프레임별 충돌 연산을 안전 구역 리스트로 대체하여 성능 비용을 고정했다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1440" y="5340000"/>
            <a:ext cx="1180912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6EDF3"/>
                </a:solidFill>
              </a:rPr>
              <a:t>• 비트 연산으로 DB 구조를 단순화하고 AI 생성 코드를 직접 분석하여 구조화했다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