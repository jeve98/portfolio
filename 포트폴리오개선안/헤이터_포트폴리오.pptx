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7400000" cy="33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420000"/>
            <a:ext cx="71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6EDF3"/>
                </a:solidFill>
              </a:rPr>
              <a:t>헤이터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" y="1360000"/>
            <a:ext cx="7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FB950"/>
                </a:solidFill>
              </a:rPr>
              <a:t>Hater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870000"/>
            <a:ext cx="2000000" cy="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" y="1970000"/>
            <a:ext cx="7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전략 디펜스 게임  |  개인 기획 프로젝트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220000" y="2450000"/>
            <a:ext cx="1400000" cy="31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00" y="2470000"/>
            <a:ext cx="13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EDF3"/>
                </a:solidFill>
              </a:rPr>
              <a:t>기획 문서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0" y="150000"/>
            <a:ext cx="4450000" cy="655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0" y="3125000"/>
            <a:ext cx="445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0000" y="3515000"/>
            <a:ext cx="44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게임 스크린샷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전략 디펜스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4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1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플레이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1인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6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핵심 키워드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영구 손실 · 인과 전략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개발 진행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000" y="6498000"/>
            <a:ext cx="7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전연욱  |  jeve98.github.io/Portfolio  |  jadam41817@gmail.com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게임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7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엘리베이터 피치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5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"매 스테이지의 병력 손실이 다음 스테이지에
 그대로 이어지는 디펜스 게임.
 현재의 선택이 미래를 바꾸기 때문에
 플레이어는 항상 두 스테이지를 동시에 생각해야 한다."
기존 디펜스 게임은 각 스테이지가 독립적이다.
헤이터는 병력 손실이 누적되어
현실의 전쟁처럼 인과관계가 연결된다.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0000" y="820000"/>
            <a:ext cx="61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000" y="920000"/>
            <a:ext cx="5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기획 배경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0000" y="1320000"/>
            <a:ext cx="61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0000" y="1320000"/>
            <a:ext cx="6100000" cy="25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000" y="1335000"/>
            <a:ext cx="59000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기존 디펜스의 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000" y="1660000"/>
            <a:ext cx="59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현재 행동이 다음 스테이지에 영향 없음
→ 지금만 이기면 된다는 단기적 사고만 유발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000" y="3920000"/>
            <a:ext cx="61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0000" y="3920000"/>
            <a:ext cx="6100000" cy="25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000" y="3935000"/>
            <a:ext cx="59000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헤이터의 해결책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000" y="4260000"/>
            <a:ext cx="59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병력 손실 영구 적용
→ 미래를 고려하며 현재를 플레이
→ 전력 분배의 긴장감 생성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핵심 게임플레이 루프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440" y="90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지도에서 스테이지 선택
(연대기 형식)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64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179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440" y="187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배치 단계
병력·사령관을 셀에 배치
(웨이브 정보 미공개)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261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276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440" y="284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전쟁 단계
시뮬레이션 자동 전투
(배치 변경 불가)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0000" y="82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000" y="90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결과 처리
병력 손실 영구 적용
골드 획득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000" y="164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0000" y="179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0000" y="187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선택 분기
사령관 모집  or  탐사 진입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0000" y="261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0000" y="276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0000" y="284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저장 후 지도 복귀
전멸·항복 시 → 초기화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0000" y="2020000"/>
            <a:ext cx="6000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0000" y="820000"/>
            <a:ext cx="395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0000" y="920000"/>
            <a:ext cx="37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설계 의도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0000" y="1320000"/>
            <a:ext cx="3750000" cy="5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병력 손실이 누적되므로
플레이어는 매 배치 단계에서
현재 스테이지뿐 아니라
다음 스테이지까지 고려해야 한다.
탐사는 위험하지만
강한 사령관을 얻을 수 있어
매 분기마다 다른 판단이 필요하다.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아군 유닛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42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사령관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4000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배치된 셀의 부대에 패시브 버프 제공
주요 버프 종류:
• 물리 / 마법 데미지 향상
• 고정 마법 데미지 추가
• 방어력 / 회복량 향상
• 범위 공격 추가
사령관 조합에 따라 전략이 달라지므로
어떤 사령관을 얻느냐가
플레이 방식을 결정한다.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0000" y="820000"/>
            <a:ext cx="18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0000" y="87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병과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0000" y="820000"/>
            <a:ext cx="11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0000" y="87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체력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0000" y="820000"/>
            <a:ext cx="12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0000" y="87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공격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0000" y="820000"/>
            <a:ext cx="11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000" y="87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방어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0000" y="820000"/>
            <a:ext cx="22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0000" y="87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특기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0000" y="125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0000" y="130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보병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0000" y="125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0000" y="130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0000" y="1250000"/>
            <a:ext cx="1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0000" y="130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0000" y="125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0000" y="130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0000" y="1250000"/>
            <a:ext cx="2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0000" y="130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균형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0000" y="168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0000" y="173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마법병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0000" y="1680000"/>
            <a:ext cx="11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0000" y="173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00000" y="1680000"/>
            <a:ext cx="12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40000" y="173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고(마법)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0000" y="1680000"/>
            <a:ext cx="11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000" y="173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0000" y="1680000"/>
            <a:ext cx="22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0000" y="173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원거리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0000" y="211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0000" y="216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포병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00000" y="211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0000" y="216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FB950"/>
                </a:solidFill>
              </a:rPr>
              <a:t>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00000" y="2110000"/>
            <a:ext cx="1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40000" y="216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중(범위)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0000" y="211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000" y="216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FB950"/>
                </a:solidFill>
              </a:rPr>
              <a:t>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0000" y="2110000"/>
            <a:ext cx="2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0000" y="216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범위 공격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00000" y="254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0000" y="259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방패병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00000" y="2540000"/>
            <a:ext cx="11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0000" y="259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FB950"/>
                </a:solidFill>
              </a:rPr>
              <a:t>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00000" y="2540000"/>
            <a:ext cx="12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40000" y="259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0000" y="2540000"/>
            <a:ext cx="11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0000" y="259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FB950"/>
                </a:solidFill>
              </a:rPr>
              <a:t>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0000" y="2540000"/>
            <a:ext cx="22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40000" y="259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탱킹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00000" y="297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40000" y="302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신관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00000" y="297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40000" y="302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00000" y="2970000"/>
            <a:ext cx="1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40000" y="302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0000" y="297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0000" y="302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00000" y="2970000"/>
            <a:ext cx="2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40000" y="302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아군 회복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적군 특수 능력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특정 병과만 사용하는 전략을 방지하기 위한 다양성 확보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2200000" cy="39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440" y="87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능력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91440" y="820000"/>
            <a:ext cx="4200000" cy="39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440" y="87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1440" y="820000"/>
            <a:ext cx="3900000" cy="39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1440" y="87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대응 필요 병과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210000"/>
            <a:ext cx="2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440" y="126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물리 면역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91440" y="1210000"/>
            <a:ext cx="4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440" y="126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물리 공격 무효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1440" y="1210000"/>
            <a:ext cx="39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1440" y="126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마법병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" y="1600000"/>
            <a:ext cx="2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440" y="165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마법 면역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91440" y="1600000"/>
            <a:ext cx="4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440" y="165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마법 공격 무효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1440" y="1600000"/>
            <a:ext cx="39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1440" y="165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보병·포병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1990000"/>
            <a:ext cx="2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0" y="204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범위 면역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91440" y="1990000"/>
            <a:ext cx="4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440" y="204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범위 공격 무효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1440" y="1990000"/>
            <a:ext cx="39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1440" y="204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마법병·포병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" y="2380000"/>
            <a:ext cx="2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440" y="243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회복 무효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91440" y="2380000"/>
            <a:ext cx="4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440" y="243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아군 회복 효과 차단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1440" y="2380000"/>
            <a:ext cx="39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1440" y="243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포병·보병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770000"/>
            <a:ext cx="2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1440" y="282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데미지 반사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91440" y="2770000"/>
            <a:ext cx="4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440" y="282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받은 피해 일부 반사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1440" y="2770000"/>
            <a:ext cx="39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1440" y="282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방패병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" y="3160000"/>
            <a:ext cx="2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0" y="321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원거리 공격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91440" y="3160000"/>
            <a:ext cx="4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31440" y="321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근접 셀 무시, 후방 직접 공격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1440" y="3160000"/>
            <a:ext cx="39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1440" y="321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방패병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" y="3550000"/>
            <a:ext cx="2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1440" y="360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관통 공격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91440" y="3550000"/>
            <a:ext cx="4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31440" y="360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벽·방패 무시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1440" y="3550000"/>
            <a:ext cx="39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1440" y="360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전 병과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" y="3940000"/>
            <a:ext cx="2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1440" y="399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그로기 부여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91440" y="3940000"/>
            <a:ext cx="4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31440" y="399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피격 시 일시 행동 불가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1440" y="3940000"/>
            <a:ext cx="39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1440" y="399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신관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" y="4520000"/>
            <a:ext cx="12009120" cy="21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1440" y="46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설계 의도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1440" y="5000000"/>
            <a:ext cx="1180912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면역 조합으로 인해 어떤 단일 병과도 만능이 될 수 없다. 스테이지마다 랜덤하게 구성되는 적 조합에 따라 최적 병과가 달라지며, 이것이 사령관 선택과 맞물려 매 회차 다른 전략을 요구한다.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탐사 컨텐츠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60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탐사란?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800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스테이지 클리어 후 선택 가능한
고위험 고수익 선택적 컨텐츠.
진행 방식:
• 제한된 수의 사령관으로 5개 소규모 스테이지 연속 진행
• 각 진입 시 사령관 정신력 랜덤 감소 (능력치 페널티)
• 다음 스테이지 적 정보 사전 제공 (정보 이점)
• 최종 스테이지 클리어 시 강력한 사령관 획득
설계 의도:
탐사는 리스크가 크지만 리워드도 크다.
진행 여부를 매 회차마다 판단해야 하고,
이 선택이 이후 전체 캠페인에 영향을 미친다.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0000" y="820000"/>
            <a:ext cx="5850000" cy="595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3499000"/>
            <a:ext cx="585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0000" y="3889000"/>
            <a:ext cx="58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탐사 진행 화면 목업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리플레이어빌리티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276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276478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40000"/>
            <a:ext cx="260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영구 손실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60000"/>
            <a:ext cx="260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병력이 쌓이지 않아
매 판 다른 상황에서 시작
→ 동일한 경험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6220" y="820000"/>
            <a:ext cx="276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6220" y="820000"/>
            <a:ext cx="276478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6220" y="840000"/>
            <a:ext cx="260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랜덤 웨이브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220" y="1160000"/>
            <a:ext cx="260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스테이지별 웨이브가 랜덤 구성
→ 같은 전략으로
연속 클리어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1000" y="820000"/>
            <a:ext cx="276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1000" y="820000"/>
            <a:ext cx="2764780" cy="26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1000" y="840000"/>
            <a:ext cx="260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탐사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000" y="1160000"/>
            <a:ext cx="260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리스크/리워드 판단이
매 회차마다 다름
→ 매번 다른 결정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5780" y="820000"/>
            <a:ext cx="276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5780" y="820000"/>
            <a:ext cx="2764780" cy="26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5780" y="840000"/>
            <a:ext cx="260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사령관 조합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5780" y="1160000"/>
            <a:ext cx="260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어떤 사령관을 얻느냐에
따라 전략 변화
→ 같은 클리어 방법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타겟 플레이어 &amp;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7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타겟 플레이어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500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주 타겟
전략 게임에 익숙한 20~30대
참조 게임
배틀 브라더스 (영구 손실 + 전략)
FTL (짧은 회차 + 고난이도 선택)
핵심 니즈
"매 판마다 다른 경험"
"전략적 선택의 결과를 체감하고 싶다"
기피 유형
단순 반복 클리어를 원하는 캐주얼 유저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0000" y="820000"/>
            <a:ext cx="2000000" cy="44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20000" y="87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80000" y="820000"/>
            <a:ext cx="2000000" cy="44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0000" y="87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기존 디펜스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80000" y="820000"/>
            <a:ext cx="2300000" cy="44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0000" y="870000"/>
            <a:ext cx="2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헤이터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000" y="1260000"/>
            <a:ext cx="20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0000" y="131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스테이지 독립성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0000" y="1260000"/>
            <a:ext cx="20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0000" y="131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독립적 (영향 없음)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0000" y="1260000"/>
            <a:ext cx="23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0000" y="1310000"/>
            <a:ext cx="2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연결 (손실 누적)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0000" y="1700000"/>
            <a:ext cx="20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20000" y="175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전략 지평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0000" y="1700000"/>
            <a:ext cx="20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0000" y="175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현재 스테이지만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80000" y="1700000"/>
            <a:ext cx="23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000" y="1750000"/>
            <a:ext cx="2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현재 + 미래 고려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0000" y="2140000"/>
            <a:ext cx="20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20000" y="219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리플레이 동기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80000" y="2140000"/>
            <a:ext cx="20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0000" y="219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클리어 후 종료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0000" y="2140000"/>
            <a:ext cx="23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20000" y="2190000"/>
            <a:ext cx="2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매 판 다른 전황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0000" y="2580000"/>
            <a:ext cx="20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20000" y="263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고위험 선택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0000" y="2580000"/>
            <a:ext cx="20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0000" y="263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없음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80000" y="2580000"/>
            <a:ext cx="23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0000" y="2630000"/>
            <a:ext cx="2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탐사 컨텐츠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미결 사항 &amp; 다음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99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8288" cy="9916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440" y="870000"/>
            <a:ext cx="250000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9922"/>
                </a:solidFill>
              </a:rPr>
              <a:t>개발 진행 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1440" y="870000"/>
            <a:ext cx="920912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기획 완료, 현재 개발 진행 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2061600"/>
            <a:ext cx="12009120" cy="99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2061600"/>
            <a:ext cx="18288" cy="9916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440" y="2111600"/>
            <a:ext cx="250000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UI/UX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1440" y="2111600"/>
            <a:ext cx="920912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미진행 — 전투 화면 / 지도 화면 설계 필요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3303200"/>
            <a:ext cx="12009120" cy="99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3303200"/>
            <a:ext cx="18288" cy="9916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440" y="3353200"/>
            <a:ext cx="250000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밸런스 수치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1440" y="3353200"/>
            <a:ext cx="920912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미확정 — 유닛 스탯 / 골드 수급량 검증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4544800"/>
            <a:ext cx="12009120" cy="99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" y="4544800"/>
            <a:ext cx="18288" cy="9916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440" y="4594800"/>
            <a:ext cx="250000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웨이브 조합 테이블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1440" y="4594800"/>
            <a:ext cx="920912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미진행 — 난이도별 적 구성 테이블 설계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5786400"/>
            <a:ext cx="12009120" cy="99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" y="5786400"/>
            <a:ext cx="18288" cy="9916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440" y="5836400"/>
            <a:ext cx="250000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기획-개발 연결 링크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1440" y="5836400"/>
            <a:ext cx="920912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완성 후 개발 포스트와 상호 링크 예정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