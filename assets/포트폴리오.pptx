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0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76" d="100"/>
          <a:sy n="76" d="100"/>
        </p:scale>
        <p:origin x="672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02E57-074C-46C4-80DC-AE2D040DB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1E4286-721F-4077-816C-7AA8A6C7B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24FD9E-9FA7-4E26-A90E-6E66214C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F2531-43C3-4962-9D18-C9B8ED6B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90BC5-C372-4B81-896D-2D98FA19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39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E2126-9C7E-4292-A056-4037F7DD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19C2AF-4EBA-4003-AB7A-8F8F03C5F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22C2B9-046B-417F-B350-1D128987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DB2A28-83B1-4C9B-9993-EA3C36A1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3CEC1F-D8F4-4AF1-95FF-755A48F9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4CE7-2160-45CB-911B-CC1073AE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230500-C6FA-415B-91CF-12A7BA870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35D6C2-95B3-4F51-A84B-F1826544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1B3F9-18DD-434B-B384-B18D25BC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BD1151-E6E3-4206-8B12-0A5ADFA4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120AB-D617-4D00-B045-1AB103A3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F5735D-2B8C-4055-A80A-41C08703F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9977A4-BCDE-41AE-ADF1-41598F484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9C64D1-C16C-4D90-8CC7-381499C8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166C7-5AEF-400F-9A77-281FECBF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68E60D-441A-459F-A8F0-C3318CB1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59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04C58-9222-422E-9B5A-84C7D18D9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282772-1F14-43AF-844D-34C3DFFD4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A2D1D9-8834-426E-B9A9-57B73C745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E83CB8-BA6F-4397-8F14-40D829F86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381444-47CE-4163-A0C0-57F629511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A18887-06B7-4A20-9101-009A0809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05E361-8EEA-494D-9C49-EF5AA3B7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41BCE6-C191-44CF-9ED8-B526ECCC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00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FF2AF-EF21-4D0A-B763-7D3982BD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646BA2-1EB6-4C49-9ADE-0AB2768E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781405-A4AB-47AE-8ACD-16EEBFEA6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3213BE-219E-4A32-B88E-11B1A0C4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8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4BCF0D-13BC-4EF8-B147-A7D70AA9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060D5B-4DAE-4148-A521-11A2992D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AB104D-707E-476C-866E-CB31D48B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38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E26AA-0708-421B-8992-A3EF4EF5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24F893-3426-4FFB-BEB0-FA6AB533A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F1FEC1-522D-4AE6-AF3A-16E929A4F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83793A-F9C7-4621-B2C8-859C18B1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D4D266-BE47-44AA-9DD1-12BC8CC4D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A283E8-6235-4223-807E-5FB10AC8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94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AF0F2-1D4D-4193-8FEA-59B83B7F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D71289-DA3D-4151-A0D3-FD6EAC39A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B65596-B2CE-443D-BC0A-561AA5EB6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60BDA-22FE-42BB-B12F-9A85B542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2830A3-CD78-4234-BE7A-0E332631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EA02EF-A920-45D4-9608-10668CC4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342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C2810-0AE2-4507-98C3-F58C6C96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152AC7-BA96-4018-9AA5-5975611A1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57CBD-DD79-43B3-B591-E6BC1C58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1B7970-63DC-46C9-AEB2-9D285844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E08D4-2525-4086-BD1D-4B373AC7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2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0F4163-8373-47CD-854F-C89C7C73D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B2A52A-0366-4580-BBA3-260C62719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612A1-101C-4278-A60F-1119A400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85ED0B-55F2-454C-B518-032ED875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9E919-F9F7-4D1A-9719-26613F63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8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3D4192-23CE-4CDD-BEB1-4B6454EC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C1CE5E-13E4-43C2-B087-6684EA8B1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470443-B600-486B-806F-04A44F3C9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73EDC-8575-4827-9ED9-A0D06AE9D014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AAE416-9844-40EC-A643-9B5E507E1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FAAE3-341F-43CD-824E-1B8114C0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CFE60-5848-4541-AFB4-D88E74CEA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66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9A2FE9D-A888-4C28-9F4B-AB475519B8DC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AF039C7-1241-4A3A-A71D-134FBDB4F443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8535328-9760-43A4-BC2B-60ED3836E8E7}"/>
                </a:ext>
              </a:extLst>
            </p:cNvPr>
            <p:cNvSpPr txBox="1"/>
            <p:nvPr/>
          </p:nvSpPr>
          <p:spPr>
            <a:xfrm>
              <a:off x="0" y="443345"/>
              <a:ext cx="12192001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5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프라가라흐</a:t>
              </a:r>
              <a:endParaRPr lang="en-US" altLang="ko-KR" sz="25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(250930~251225, 2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인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, Phaser)</a:t>
              </a:r>
            </a:p>
            <a:p>
              <a:pPr algn="ctr"/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https://jeve98.github.io/Portfolio/Fragarach</a:t>
              </a:r>
              <a:endParaRPr lang="en-US" altLang="ko-KR" sz="25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endParaRPr lang="en-US" altLang="ko-KR" sz="25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Min-Heap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기반 보스 패턴</a:t>
              </a:r>
              <a:b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</a:b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안전 구역 기반 </a:t>
              </a:r>
              <a:r>
                <a:rPr lang="ko-KR" altLang="en-US" sz="20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스폰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시스템</a:t>
              </a:r>
              <a:b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</a:b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ko-KR" altLang="en-US" sz="20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컷씬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중복 재생 방지 시스템</a:t>
              </a:r>
              <a:b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</a:b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Phaser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구조 기반 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Scene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로딩 설계</a:t>
              </a:r>
              <a:b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</a:b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API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서버 구축</a:t>
              </a:r>
              <a:b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</a:b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ko-KR" altLang="en-US" sz="20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바이브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</a:t>
              </a:r>
              <a:r>
                <a:rPr lang="ko-KR" altLang="en-US" sz="20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코딩된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비정형 구조 재정비</a:t>
              </a:r>
              <a:endParaRPr lang="ko-KR" altLang="en-US" sz="25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16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EE39A17-D022-4609-8FD4-435C29D1B41A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A7084C-2279-4E00-B0B8-9FD9207FD6E2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1C14A7-E91F-416A-8C12-508089151B6F}"/>
                </a:ext>
              </a:extLst>
            </p:cNvPr>
            <p:cNvSpPr txBox="1"/>
            <p:nvPr/>
          </p:nvSpPr>
          <p:spPr>
            <a:xfrm>
              <a:off x="0" y="443345"/>
              <a:ext cx="121920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1. Min-Heap 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기반 보스 패턴</a:t>
              </a:r>
              <a:endParaRPr lang="en-US" altLang="ko-KR" sz="32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우선순위가 부여된 패턴을 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Min-Heap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을 통해 적절하게 섞여서 등장하도록 설계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추상화를 통해 직관적인 패턴 추가 및 제거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CB526686-1CBF-4687-9A31-C0FF7868F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380" y="2144390"/>
            <a:ext cx="4807742" cy="373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9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4A130B1D-47B7-45D5-81D3-E04A1519FEB6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C700A7C-6D84-479D-A82B-F09A9142F43C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77EE02-F737-4393-BE49-1BF08A7E14C1}"/>
                </a:ext>
              </a:extLst>
            </p:cNvPr>
            <p:cNvSpPr txBox="1"/>
            <p:nvPr/>
          </p:nvSpPr>
          <p:spPr>
            <a:xfrm>
              <a:off x="0" y="443345"/>
              <a:ext cx="12192001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2. 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안전 구역 기반 </a:t>
              </a:r>
              <a:r>
                <a:rPr lang="ko-KR" altLang="en-US" sz="32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스폰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시스템</a:t>
              </a:r>
              <a:endParaRPr lang="en-US" altLang="ko-KR" sz="3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Collider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와 겹쳐진 상태로 </a:t>
              </a:r>
              <a:r>
                <a:rPr lang="ko-KR" altLang="en-US" sz="20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스폰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시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안전 좌표로 즉시 이동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몬스터끼리 겹쳐진 경우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동일한 거리만큼 반대로 밀어내도록 구성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97517EA6-E152-4AB1-9879-A72F0CDF84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43" b="66325"/>
          <a:stretch/>
        </p:blipFill>
        <p:spPr>
          <a:xfrm>
            <a:off x="7775891" y="2091226"/>
            <a:ext cx="3303235" cy="37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6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DEFA6FE4-04A7-4E85-9824-80ACABBB0357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CB7CB65-59AD-4032-AA00-8194885373D5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B8767F-2BEA-492F-A3DF-A6CC49B71D21}"/>
                </a:ext>
              </a:extLst>
            </p:cNvPr>
            <p:cNvSpPr txBox="1"/>
            <p:nvPr/>
          </p:nvSpPr>
          <p:spPr>
            <a:xfrm>
              <a:off x="0" y="443345"/>
              <a:ext cx="121920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3. </a:t>
              </a:r>
              <a:r>
                <a:rPr lang="ko-KR" altLang="en-US" sz="32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컷씬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중복 재생 방지 시스템</a:t>
              </a:r>
              <a:endParaRPr lang="en-US" altLang="ko-KR" sz="32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Scene number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를 기반으로 비트 연산하여 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DB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효율성 및 연산 효율성 향상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4CD287E1-6245-434B-9ADC-ABCC69F9A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380" y="2135018"/>
            <a:ext cx="4807742" cy="37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91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2D84EE28-FB61-4553-ACB0-B3C8DBCA1020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316BB8E-BE8E-403F-9CF5-2137CD136F63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4C9BB6-7F5E-45B8-BAA5-F21704885B9E}"/>
                </a:ext>
              </a:extLst>
            </p:cNvPr>
            <p:cNvSpPr txBox="1"/>
            <p:nvPr/>
          </p:nvSpPr>
          <p:spPr>
            <a:xfrm>
              <a:off x="0" y="443345"/>
              <a:ext cx="121920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4. Phaser 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구조 기반 </a:t>
              </a:r>
              <a:r>
                <a:rPr lang="en-US" altLang="ko-KR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Scene 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로딩 설계</a:t>
              </a:r>
              <a:endParaRPr lang="en-US" altLang="ko-KR" sz="32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Load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Scene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을 이용하여 유령 오브젝트 로딩 방지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3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6FBED614-F7D5-453C-9655-466C242708F3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669275-455A-4256-881A-DBCAFF0C625C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47EAE9-88F2-46B5-A78C-01DAF03AC19A}"/>
                </a:ext>
              </a:extLst>
            </p:cNvPr>
            <p:cNvSpPr txBox="1"/>
            <p:nvPr/>
          </p:nvSpPr>
          <p:spPr>
            <a:xfrm>
              <a:off x="0" y="443345"/>
              <a:ext cx="12192001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5. API 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서버 구축</a:t>
              </a:r>
              <a:endParaRPr lang="en-US" altLang="ko-KR" sz="32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SQLite3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의 한계 인식 후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즉각적인 상황 판단을 기반으로 강행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Django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기반의 </a:t>
              </a: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Restful-API </a:t>
              </a:r>
              <a:r>
                <a:rPr lang="ko-KR" altLang="en-US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구축</a:t>
              </a:r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35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8BB649FE-C388-4955-86E6-09AA9FC0095F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448F91-0C22-4D7B-BBBE-B277E55C464B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977642-4D1C-4B8F-8D92-E215F58ED830}"/>
                </a:ext>
              </a:extLst>
            </p:cNvPr>
            <p:cNvSpPr txBox="1"/>
            <p:nvPr/>
          </p:nvSpPr>
          <p:spPr>
            <a:xfrm>
              <a:off x="0" y="443345"/>
              <a:ext cx="121920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6. </a:t>
              </a:r>
              <a:r>
                <a:rPr lang="ko-KR" altLang="en-US" sz="32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바이브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</a:t>
              </a:r>
              <a:r>
                <a:rPr lang="ko-KR" altLang="en-US" sz="32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코딩된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비정형 구조 재정비</a:t>
              </a:r>
              <a:endParaRPr lang="en-US" altLang="ko-KR" sz="32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Case A</a:t>
              </a:r>
            </a:p>
            <a:p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99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1B67842D-BD80-4377-BFFA-C07823728D70}"/>
              </a:ext>
            </a:extLst>
          </p:cNvPr>
          <p:cNvGrpSpPr/>
          <p:nvPr/>
        </p:nvGrpSpPr>
        <p:grpSpPr>
          <a:xfrm>
            <a:off x="0" y="443345"/>
            <a:ext cx="12192001" cy="5971310"/>
            <a:chOff x="0" y="443345"/>
            <a:chExt cx="12192001" cy="597131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66A05CC-1766-43DF-806D-B2882157523D}"/>
                </a:ext>
              </a:extLst>
            </p:cNvPr>
            <p:cNvSpPr/>
            <p:nvPr/>
          </p:nvSpPr>
          <p:spPr>
            <a:xfrm>
              <a:off x="0" y="443345"/>
              <a:ext cx="12192000" cy="597131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18B953-F48C-473E-AB02-C415949C2C24}"/>
                </a:ext>
              </a:extLst>
            </p:cNvPr>
            <p:cNvSpPr txBox="1"/>
            <p:nvPr/>
          </p:nvSpPr>
          <p:spPr>
            <a:xfrm>
              <a:off x="0" y="443345"/>
              <a:ext cx="121920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6. </a:t>
              </a:r>
              <a:r>
                <a:rPr lang="ko-KR" altLang="en-US" sz="32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바이브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</a:t>
              </a:r>
              <a:r>
                <a:rPr lang="ko-KR" altLang="en-US" sz="3200" dirty="0" err="1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코딩된</a:t>
              </a:r>
              <a:r>
                <a:rPr lang="ko-KR" altLang="en-US" sz="32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 비정형 구조 재정비</a:t>
              </a:r>
              <a:endParaRPr lang="en-US" altLang="ko-KR" sz="32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000" dirty="0">
                  <a:solidFill>
                    <a:schemeClr val="bg1"/>
                  </a:solidFill>
                  <a:latin typeface="휴먼매직체" panose="02030504000101010101" pitchFamily="18" charset="-127"/>
                  <a:ea typeface="휴먼매직체" panose="02030504000101010101" pitchFamily="18" charset="-127"/>
                  <a:cs typeface="맑은 고딕 Semilight" panose="020B0502040204020203" pitchFamily="50" charset="-127"/>
                </a:rPr>
                <a:t>Case B</a:t>
              </a:r>
            </a:p>
            <a:p>
              <a:endParaRPr lang="en-US" altLang="ko-KR" sz="2000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  <a:cs typeface="맑은 고딕 Semilight" panose="020B0502040204020203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700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176</Words>
  <Application>Microsoft Office PowerPoint</Application>
  <PresentationFormat>와이드스크린</PresentationFormat>
  <Paragraphs>27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휴먼매직체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13</cp:revision>
  <dcterms:created xsi:type="dcterms:W3CDTF">2026-04-02T08:39:04Z</dcterms:created>
  <dcterms:modified xsi:type="dcterms:W3CDTF">2026-04-06T00:14:06Z</dcterms:modified>
</cp:coreProperties>
</file>