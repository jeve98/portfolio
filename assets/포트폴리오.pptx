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2" r:id="rId5"/>
    <p:sldId id="263" r:id="rId6"/>
    <p:sldId id="264" r:id="rId7"/>
    <p:sldId id="260" r:id="rId8"/>
    <p:sldId id="265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27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502E57-074C-46C4-80DC-AE2D040DB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A1E4286-721F-4077-816C-7AA8A6C7B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24FD9E-9FA7-4E26-A90E-6E66214C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F2531-43C3-4962-9D18-C9B8ED6B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990BC5-C372-4B81-896D-2D98FA19D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96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E2126-9C7E-4292-A056-4037F7DD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19C2AF-4EBA-4003-AB7A-8F8F03C5F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22C2B9-046B-417F-B350-1D1289871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DB2A28-83B1-4C9B-9993-EA3C36A1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3CEC1F-D8F4-4AF1-95FF-755A48F9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34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D74CE7-2160-45CB-911B-CC1073AEA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230500-C6FA-415B-91CF-12A7BA870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5D6C2-95B3-4F51-A84B-F1826544A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41B3F9-18DD-434B-B384-B18D25BC2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BD1151-E6E3-4206-8B12-0A5ADFA40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730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120AB-D617-4D00-B045-1AB103A30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F5735D-2B8C-4055-A80A-41C08703F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39977A4-BCDE-41AE-ADF1-41598F484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99C64D1-C16C-4D90-8CC7-381499C82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166C7-5AEF-400F-9A77-281FECBF9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68E60D-441A-459F-A8F0-C3318CB1B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59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D04C58-9222-422E-9B5A-84C7D18D9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282772-1F14-43AF-844D-34C3DFFD4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A2D1D9-8834-426E-B9A9-57B73C745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2E83CB8-BA6F-4397-8F14-40D829F862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3381444-47CE-4163-A0C0-57F629511A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2A18887-06B7-4A20-9101-009A0809C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705E361-8EEA-494D-9C49-EF5AA3B74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141BCE6-C191-44CF-9ED8-B526ECCC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00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DFF2AF-EF21-4D0A-B763-7D3982BD9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5646BA2-1EB6-4C49-9ADE-0AB2768E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B781405-A4AB-47AE-8ACD-16EEBFEA6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3213BE-219E-4A32-B88E-11B1A0C4E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48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4BCF0D-13BC-4EF8-B147-A7D70AA92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B060D5B-4DAE-4148-A521-11A2992D0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AB104D-707E-476C-866E-CB31D48BF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380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5E26AA-0708-421B-8992-A3EF4EF5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24F893-3426-4FFB-BEB0-FA6AB533A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F1FEC1-522D-4AE6-AF3A-16E929A4F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83793A-F9C7-4621-B2C8-859C18B17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D4D266-BE47-44AA-9DD1-12BC8CC4D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A283E8-6235-4223-807E-5FB10AC85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94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AF0F2-1D4D-4193-8FEA-59B83B7F2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D71289-DA3D-4151-A0D3-FD6EAC39AE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BB65596-B2CE-443D-BC0A-561AA5EB6B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60BDA-22FE-42BB-B12F-9A85B5421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2830A3-CD78-4234-BE7A-0E332631F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EA02EF-A920-45D4-9608-10668CC4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8342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C2810-0AE2-4507-98C3-F58C6C96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152AC7-BA96-4018-9AA5-5975611A12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57CBD-DD79-43B3-B591-E6BC1C58B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1B7970-63DC-46C9-AEB2-9D285844D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5E08D4-2525-4086-BD1D-4B373AC7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029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30F4163-8373-47CD-854F-C89C7C73D9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B2A52A-0366-4580-BBA3-260C62719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2612A1-101C-4278-A60F-1119A400F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85ED0B-55F2-454C-B518-032ED8753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C9E919-F9F7-4D1A-9719-26613F63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358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B3D4192-23CE-4CDD-BEB1-4B6454EC6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C1CE5E-13E4-43C2-B087-6684EA8B1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470443-B600-486B-806F-04A44F3C9E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73EDC-8575-4827-9ED9-A0D06AE9D014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AAE416-9844-40EC-A643-9B5E507E13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FAAE3-341F-43CD-824E-1B8114C05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ECFE60-5848-4541-AFB4-D88E74CEA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4663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785812"/>
            <a:ext cx="8969830" cy="6072188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535328-9760-43A4-BC2B-60ED3836E8E7}"/>
              </a:ext>
            </a:extLst>
          </p:cNvPr>
          <p:cNvSpPr txBox="1"/>
          <p:nvPr/>
        </p:nvSpPr>
        <p:spPr>
          <a:xfrm>
            <a:off x="1611085" y="785812"/>
            <a:ext cx="8969830" cy="601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5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프라가라흐</a:t>
            </a:r>
            <a:endParaRPr lang="en-US" altLang="ko-KR" sz="25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(250930~251225, 2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인</a:t>
            </a:r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, Phaser)</a:t>
            </a:r>
          </a:p>
          <a:p>
            <a:pPr algn="ctr"/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https://jeve98.github.io/Portfolio/Fragarach</a:t>
            </a:r>
          </a:p>
          <a:p>
            <a:endParaRPr lang="en-US" altLang="ko-KR" sz="25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endParaRPr lang="en-US" altLang="ko-KR" sz="25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Min-Heap 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기반 보스 패턴</a:t>
            </a:r>
            <a:b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</a:br>
            <a:endParaRPr lang="en-US" altLang="ko-KR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안전 구역 기반 </a:t>
            </a:r>
            <a:r>
              <a:rPr lang="ko-KR" altLang="en-US" sz="20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스폰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 시스템</a:t>
            </a:r>
            <a:b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</a:br>
            <a:endParaRPr lang="en-US" altLang="ko-KR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컷씬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 중복 재생 방지 시스템</a:t>
            </a:r>
            <a:b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</a:br>
            <a:endParaRPr lang="en-US" altLang="ko-KR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Phaser 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구조 기반 </a:t>
            </a:r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Scene 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로딩 설계</a:t>
            </a:r>
            <a:b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</a:br>
            <a:endParaRPr lang="en-US" altLang="ko-KR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API 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서버 구축</a:t>
            </a:r>
            <a:b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</a:br>
            <a:endParaRPr lang="en-US" altLang="ko-KR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바이브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코딩된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rPr>
              <a:t> 비정형 구조 재정비</a:t>
            </a:r>
            <a:endParaRPr lang="ko-KR" altLang="en-US" sz="25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5164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B85B829-9E09-4C1A-8DD0-BE0D8FCDFD1B}"/>
              </a:ext>
            </a:extLst>
          </p:cNvPr>
          <p:cNvGrpSpPr/>
          <p:nvPr/>
        </p:nvGrpSpPr>
        <p:grpSpPr>
          <a:xfrm>
            <a:off x="1611085" y="0"/>
            <a:ext cx="8969830" cy="4862870"/>
            <a:chOff x="1611085" y="0"/>
            <a:chExt cx="8969830" cy="486287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6094A6-8F92-4243-BC79-903DAB15D449}"/>
                </a:ext>
              </a:extLst>
            </p:cNvPr>
            <p:cNvSpPr txBox="1"/>
            <p:nvPr/>
          </p:nvSpPr>
          <p:spPr>
            <a:xfrm>
              <a:off x="1611085" y="0"/>
              <a:ext cx="8969830" cy="48628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1. Min-Heap </a:t>
              </a:r>
              <a:r>
                <a:rPr lang="ko-KR" altLang="en-US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기반 보스 패턴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우선순위가 부여된 패턴을 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Min-Heap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을 통해 적절하게 섞여서 등장하도록 설계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추상화를 통해 직관적인 패턴 추가 및 제거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061F8D4-84FD-4A18-AC17-EFA9C3C449CB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9499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D33DBFCB-68D3-4120-8E49-C62E310B71E6}"/>
              </a:ext>
            </a:extLst>
          </p:cNvPr>
          <p:cNvGrpSpPr/>
          <p:nvPr/>
        </p:nvGrpSpPr>
        <p:grpSpPr>
          <a:xfrm>
            <a:off x="1611085" y="0"/>
            <a:ext cx="8969830" cy="4893647"/>
            <a:chOff x="1611085" y="0"/>
            <a:chExt cx="8969830" cy="4893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E391E79-18D7-4D04-AB5E-133BBF8E897B}"/>
                </a:ext>
              </a:extLst>
            </p:cNvPr>
            <p:cNvSpPr txBox="1"/>
            <p:nvPr/>
          </p:nvSpPr>
          <p:spPr>
            <a:xfrm>
              <a:off x="1611085" y="0"/>
              <a:ext cx="896983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2. 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안전 구역 기반 </a:t>
              </a:r>
              <a:r>
                <a:rPr lang="ko-KR" altLang="en-US" sz="32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스폰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시스템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Collider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와 겹쳐진 상태로 </a:t>
              </a:r>
              <a:r>
                <a:rPr lang="ko-KR" altLang="en-US" sz="20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스폰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시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안전 좌표로 즉시 이동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몬스터끼리 겹쳐진 경우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동일한 거리만큼 반대로 밀어내도록 구성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B196122-B511-45C3-921E-7813130F4A13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6763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3436C60-EC88-4104-9E8A-B6352D8BB214}"/>
              </a:ext>
            </a:extLst>
          </p:cNvPr>
          <p:cNvGrpSpPr/>
          <p:nvPr/>
        </p:nvGrpSpPr>
        <p:grpSpPr>
          <a:xfrm>
            <a:off x="1611085" y="0"/>
            <a:ext cx="8969830" cy="4893647"/>
            <a:chOff x="1611085" y="0"/>
            <a:chExt cx="8969830" cy="4893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3ECC944-6D9B-4190-9F48-3509A83BC7B1}"/>
                </a:ext>
              </a:extLst>
            </p:cNvPr>
            <p:cNvSpPr txBox="1"/>
            <p:nvPr/>
          </p:nvSpPr>
          <p:spPr>
            <a:xfrm>
              <a:off x="1611085" y="0"/>
              <a:ext cx="896983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3. </a:t>
              </a:r>
              <a:r>
                <a:rPr lang="ko-KR" altLang="en-US" sz="32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컷씬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중복 재생 방지 시스템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Scene number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를 기반으로 비트 연산하여 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DB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효율성 및 연산 효율성 향상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41B0738-550F-43FB-817E-396601890ADA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4091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3E8B5DBD-7D4A-472D-9319-B6224838579A}"/>
              </a:ext>
            </a:extLst>
          </p:cNvPr>
          <p:cNvGrpSpPr/>
          <p:nvPr/>
        </p:nvGrpSpPr>
        <p:grpSpPr>
          <a:xfrm>
            <a:off x="1611085" y="0"/>
            <a:ext cx="8969830" cy="4893647"/>
            <a:chOff x="1611085" y="0"/>
            <a:chExt cx="8969830" cy="4893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99D16A-B2D6-4EEF-B562-48F4593A0358}"/>
                </a:ext>
              </a:extLst>
            </p:cNvPr>
            <p:cNvSpPr txBox="1"/>
            <p:nvPr/>
          </p:nvSpPr>
          <p:spPr>
            <a:xfrm>
              <a:off x="1611085" y="0"/>
              <a:ext cx="896983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4. </a:t>
              </a:r>
              <a:r>
                <a:rPr lang="en-US" altLang="ko-KR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Phaser 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구조 기반 </a:t>
              </a:r>
              <a:r>
                <a:rPr lang="en-US" altLang="ko-KR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Scene 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로딩 설계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Load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Scene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을 이용하여 유령 오브젝트 로딩 방지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58D484A-D746-4BAD-B755-B53B6115F463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773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BDB4D5B-92F3-4160-9EE8-25D9A5165D38}"/>
              </a:ext>
            </a:extLst>
          </p:cNvPr>
          <p:cNvGrpSpPr/>
          <p:nvPr/>
        </p:nvGrpSpPr>
        <p:grpSpPr>
          <a:xfrm>
            <a:off x="1611085" y="0"/>
            <a:ext cx="8969830" cy="4893647"/>
            <a:chOff x="1611085" y="0"/>
            <a:chExt cx="8969830" cy="4893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17FA81-8484-4D04-9A9D-00C791B302F5}"/>
                </a:ext>
              </a:extLst>
            </p:cNvPr>
            <p:cNvSpPr txBox="1"/>
            <p:nvPr/>
          </p:nvSpPr>
          <p:spPr>
            <a:xfrm>
              <a:off x="1611085" y="0"/>
              <a:ext cx="896983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5. </a:t>
              </a:r>
              <a:r>
                <a:rPr lang="en-US" altLang="ko-KR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API 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서버 구축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SQLite3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의 한계 인식 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즉각적인 상황 판단을 기반으로 강행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Django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기반의 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Restful-API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구축</a:t>
              </a:r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D243F2E-D1B7-4BE5-8976-EAA0CBA7F313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86357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0C1E284-B286-4759-B533-9EDA51820DD6}"/>
              </a:ext>
            </a:extLst>
          </p:cNvPr>
          <p:cNvGrpSpPr/>
          <p:nvPr/>
        </p:nvGrpSpPr>
        <p:grpSpPr>
          <a:xfrm>
            <a:off x="1611085" y="0"/>
            <a:ext cx="8969830" cy="4893647"/>
            <a:chOff x="1611085" y="0"/>
            <a:chExt cx="8969830" cy="4893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F92DCB2-5190-4F11-9111-48C6F38383B4}"/>
                </a:ext>
              </a:extLst>
            </p:cNvPr>
            <p:cNvSpPr txBox="1"/>
            <p:nvPr/>
          </p:nvSpPr>
          <p:spPr>
            <a:xfrm>
              <a:off x="1611085" y="0"/>
              <a:ext cx="896983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6. </a:t>
              </a:r>
              <a:r>
                <a:rPr lang="ko-KR" altLang="en-US" sz="32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바이브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</a:t>
              </a:r>
              <a:r>
                <a:rPr lang="ko-KR" altLang="en-US" sz="32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코딩된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비정형 구조 재정비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Case A</a:t>
              </a:r>
            </a:p>
            <a:p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8753ED95-C5BE-446E-991D-A8659264038D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45997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FAF039C7-1241-4A3A-A71D-134FBDB4F443}"/>
              </a:ext>
            </a:extLst>
          </p:cNvPr>
          <p:cNvSpPr/>
          <p:nvPr/>
        </p:nvSpPr>
        <p:spPr>
          <a:xfrm>
            <a:off x="1611085" y="0"/>
            <a:ext cx="8969830" cy="6072187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0C1E284-B286-4759-B533-9EDA51820DD6}"/>
              </a:ext>
            </a:extLst>
          </p:cNvPr>
          <p:cNvGrpSpPr/>
          <p:nvPr/>
        </p:nvGrpSpPr>
        <p:grpSpPr>
          <a:xfrm>
            <a:off x="1611085" y="0"/>
            <a:ext cx="8969830" cy="4893647"/>
            <a:chOff x="1611085" y="0"/>
            <a:chExt cx="8969830" cy="4893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F92DCB2-5190-4F11-9111-48C6F38383B4}"/>
                </a:ext>
              </a:extLst>
            </p:cNvPr>
            <p:cNvSpPr txBox="1"/>
            <p:nvPr/>
          </p:nvSpPr>
          <p:spPr>
            <a:xfrm>
              <a:off x="1611085" y="0"/>
              <a:ext cx="896983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6. </a:t>
              </a:r>
              <a:r>
                <a:rPr lang="ko-KR" altLang="en-US" sz="32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바이브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</a:t>
              </a:r>
              <a:r>
                <a:rPr lang="ko-KR" altLang="en-US" sz="3200" dirty="0" err="1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코딩된</a:t>
              </a:r>
              <a:r>
                <a:rPr lang="ko-KR" altLang="en-US" sz="32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 비정형 구조 재정비</a:t>
              </a:r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endParaRPr lang="en-US" altLang="ko-KR" sz="3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  <a:p>
              <a:pPr marL="342900" indent="-342900">
                <a:buFontTx/>
                <a:buChar char="-"/>
              </a:pP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  <a:cs typeface="맑은 고딕 Semilight" panose="020B0502040204020203" pitchFamily="50" charset="-127"/>
                </a:rPr>
                <a:t>Case B</a:t>
              </a:r>
            </a:p>
            <a:p>
              <a:endPara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  <a:cs typeface="맑은 고딕 Semilight" panose="020B0502040204020203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8753ED95-C5BE-446E-991D-A8659264038D}"/>
                </a:ext>
              </a:extLst>
            </p:cNvPr>
            <p:cNvSpPr/>
            <p:nvPr/>
          </p:nvSpPr>
          <p:spPr>
            <a:xfrm>
              <a:off x="2006600" y="685800"/>
              <a:ext cx="8178800" cy="33337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47008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176</Words>
  <Application>Microsoft Office PowerPoint</Application>
  <PresentationFormat>와이드스크린</PresentationFormat>
  <Paragraphs>84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휴먼매직체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SSAFY</dc:creator>
  <cp:lastModifiedBy>SSAFY</cp:lastModifiedBy>
  <cp:revision>7</cp:revision>
  <dcterms:created xsi:type="dcterms:W3CDTF">2026-04-02T08:39:04Z</dcterms:created>
  <dcterms:modified xsi:type="dcterms:W3CDTF">2026-04-03T08:26:41Z</dcterms:modified>
</cp:coreProperties>
</file>